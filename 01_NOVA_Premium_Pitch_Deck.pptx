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NOVA /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A cleaner way to move ideas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Fictional portfolio concept • Presentation design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Most teams have data.</a:t>
            </a:r>
            <a:br/>
            <a:r>
              <a:t>Few teams turn it into a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A premium narrative built around one question: What should the audience understand, remember and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THE STORY IN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01  SEE  —  make the situation obvious</a:t>
            </a:r>
            <a:br/>
            <a:r>
              <a:t>02  UNDERSTAND  —  explain what matters</a:t>
            </a:r>
            <a:br/>
            <a:r>
              <a:t>03  ACT  —  make the next step compelling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Minimal information hierarchy • deliberate pacing • audience-first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FROM RAW DATA TO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Growth  +42%</a:t>
            </a:r>
            <a:br/>
            <a:r>
              <a:t>Customer retention  78%</a:t>
            </a:r>
            <a:br/>
            <a:r>
              <a:t>Operating efficiency  +31%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The design removes noise, groups related information and gives the key numbers a clear visual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ONE MESSAGE /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A strong slide should answer one important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Use short headlines, generous spacing, restrained graphics and consistent typography to make complex material feel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THE VISUAL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Typography • hierarchy • spacing • alignment •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A repeatable system creates consistency across a 20–40 slide deck while leaving room for emphasis.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DENNIS OSINDE  /  PRESENTATION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latin typeface="Aptos"/>
              </a:rPr>
              <a:t>Clearer decisions.</a:t>
            </a:r>
            <a:br/>
            <a:r>
              <a:t>Faster comprehension.</a:t>
            </a:r>
            <a:br/>
            <a:r>
              <a:t>More persuasive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Aptos"/>
              </a:rPr>
              <a:t>Concept portfolio piece demonstrating presentation storytelling, information hierarchy and premium corporate-creative styling.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23560"/>
            <a:ext cx="201168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